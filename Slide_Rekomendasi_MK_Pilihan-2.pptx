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FB3D9"/>
                </a:solidFill>
              </a:rPr>
              <a:t>TUGAS PRAKTIKUM — KECERDASAN BUATAN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Rekomendasi Mata Kuliah Pilihan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untuk Mahasiswa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0F0"/>
                </a:solidFill>
              </a:rPr>
              <a:t>Sebuah penerapan Sistem Rekomendasi (Recommender System) pada masalah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7E0F0"/>
                </a:solidFill>
              </a:rPr>
              <a:t>Sistem dan Teknologi Informasi kampus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</a:rPr>
              <a:t>Bidang AI: Sistem Rekomendasi (Recommender System)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</a:rPr>
              <a:t>Studi Kasus: Rekomendasi Mata Kuliah Pilihan untuk Mahasiswa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01 · MASALAH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Deskripsi Masalah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Mahasiswa harus memilih beberapa mata kuliah (MK) pilihan dari puluhan opsi setiap semester.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Proses ini umumnya manual: tanya senior, baca silabus satu per satu, atau konsultasi dosen wali dengan waktu terbatas.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Akibatnya: pilihan MK kurang objektif, layanan akademik kewalahan, dan data historis (nilai, minat) belum dimanfaatkan.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02 · BIDANG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Sistem Rekomendasi: Definisi &amp; Alasan Pemilihan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Definisi: teknik AI yang menyarankan item (produk/konten/pilihan) berdasarkan profil, preferensi, atau riwayat pengguna.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MK pilihan = "item" yang cocok dengan pola ini — mahasiswa punya riwayat nilai, minat, dan rencana karier.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Data tersedia &amp; realistis: kampus sudah punya data KRS dan nilai per MK.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Relevan langsung ke STI: masalah nyata di hampir semua kampus, tidak scalable jika ditangani manual.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Mudah didemokan (content-based / collaborative filtering) dan kaya untuk dibahas dari sisi etika.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03 · 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Data atau Masukan yang Diperlukan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5029200"/>
                <a:gridCol w="29260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Jenis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Deskripsi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Sumber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Riwayat akademik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MK yang pernah diambil + nilai (IPK per MK)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SIAKAD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Profil mahasiswa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Angkatan, prodi, peminatan (jika ada)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SIAKAD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Data minat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Preferensi topik/karier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Kuesioner minat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Atribut MK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Deskripsi, kategori, prasyarat, kesulitan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Katalog kurikulum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Interaksi mahasiswa lain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MK pilihan mahasiswa dengan profil mirip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Riwayat KRS (dianonimkan)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04 · CARA KERJA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Gambaran Cara Kerja Solusi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Input: nilai mahasiswa per MK, MK yang pernah diambil, data minat (opsional).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Proses: hitung kemiripan (cosine similarity) antara profil mahasiswa dan atribut MK (content-based), atau dengan mahasiswa lain yang mirip (collaborative).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Output: daftar top-3 s.d. top-5 MK pilihan beserta skor kecocokan (%).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Demo praktikum menggunakan pendekatan content-based filtering: transparan dan mudah dijelaskan ke mahasiswa.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04 · CARA KERJA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Alur Sistem (Diagram Sederhana)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2F5FA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Data Nilai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Riwayat KRS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2F5FA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91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Profil Minat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Mahasiswa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25603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Hitung Kemiripan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(Cosine Similarity)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25603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560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Top-3 s.d. Top-5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Rekomendasi MK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011680"/>
            <a:ext cx="777240" cy="36576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3" name="Shape 11"/>
          <p:cNvSpPr/>
          <p:nvPr/>
        </p:nvSpPr>
        <p:spPr>
          <a:xfrm>
            <a:off x="3794760" y="3520440"/>
            <a:ext cx="777240" cy="36576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2880360"/>
            <a:ext cx="777240" cy="365760"/>
          </a:xfrm>
          <a:prstGeom prst="rightArrow">
            <a:avLst/>
          </a:prstGeom>
          <a:solidFill>
            <a:srgbClr val="66666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05 · KELUARAN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Keluaran yang Diharapkan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Daftar top-3 s.d. top-5 MK pilihan yang direkomendasikan untuk setiap mahasiswa.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Skor kecocokan (%) untuk setiap MK yang direkomendasikan.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Visualisasi sederhana (tabel/grafik batang) untuk membandingkan skor antar-MK.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06 · EVALUASI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Manfaat dan Keterbatasan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5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496"/>
                </a:solidFill>
              </a:rPr>
              <a:t>Manfaat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Keputusan MK pilihan lebih cepat &amp; berbasis data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Mengurangi beban konsultasi manual dosen wali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Berpotensi meningkatkan keberhasilan studi mahasiswa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5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496"/>
                </a:solidFill>
              </a:rPr>
              <a:t>Keterbatasan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Bergantung pada kelengkapan &amp; kualitas data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Belum menangkap faktor non-kuantitatif (gaya mengajar, dsb.)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Cenderung mengulang pola lama, sulit dorong eksplorasi baru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06 · EVALUASI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Risiko Etika dan Privasi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Bias rekomendasi: berpotensi terus menyarankan MK "mudah" secara historis.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Privasi data akademik: data nilai &amp; KRS bersifat sensitif, perlu pembatasan akses.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Filter bubble: rekomendasi berbasis pola lama dapat membatasi eksplorasi minat baru.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Akuntabilitas: rekomendasi bersifat saran, keputusan akhir tetap di tangan mahasiswa/dosen wali.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496"/>
                </a:solidFill>
              </a:rPr>
              <a:t>07 · PENUTUP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Demonstrasi dan Kesimpulan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Demonstrasi: notebook Python (pandas + scikit-learn) — content-based filtering dengan cosine similarity.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Input contoh: profil minat mahasiswa vs. tag kategori 8 MK pilihan.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Output: top-3 MK dengan skor kecocokan tertinggi, divisualisasikan dalam grafik batang.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Kesimpulan: Sistem Rekomendasi relevan &amp; aplikatif untuk masalah STI kampus, dengan tetap memperhatikan batasan teknis dan risiko etika.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2026-09-23T13:42:16Z</dcterms:created>
  <dcterms:modified xsi:type="dcterms:W3CDTF">2026-09-23T13:42:16Z</dcterms:modified>
</cp:coreProperties>
</file>